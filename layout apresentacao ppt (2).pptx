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2532"/>
    <a:srgbClr val="0C384C"/>
    <a:srgbClr val="0D3C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918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0471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282306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248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5243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7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7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3006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4582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960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1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23493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9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1"/>
            <a:ext cx="4629151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9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59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6703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6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6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594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D67D8-072F-4B3F-9AEC-E6F540B7AC15}" type="datetimeFigureOut">
              <a:rPr lang="pt-BR" smtClean="0"/>
              <a:t>09/02/2026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CB4BF-B361-4253-9E0C-7C479C71639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758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8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1B73C1F-6656-69A4-1329-A7301154C110}"/>
              </a:ext>
            </a:extLst>
          </p:cNvPr>
          <p:cNvSpPr/>
          <p:nvPr/>
        </p:nvSpPr>
        <p:spPr>
          <a:xfrm>
            <a:off x="68580" y="137160"/>
            <a:ext cx="2194560" cy="484632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</a:schemeClr>
              </a:gs>
              <a:gs pos="46000">
                <a:schemeClr val="accent1">
                  <a:lumMod val="95000"/>
                  <a:lumOff val="5000"/>
                </a:schemeClr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E188877-6165-8EEE-0787-C6D72B5EF600}"/>
              </a:ext>
            </a:extLst>
          </p:cNvPr>
          <p:cNvSpPr/>
          <p:nvPr/>
        </p:nvSpPr>
        <p:spPr>
          <a:xfrm>
            <a:off x="1790700" y="137160"/>
            <a:ext cx="7208520" cy="48463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0E3A879-9429-8159-2B37-82621961326B}"/>
              </a:ext>
            </a:extLst>
          </p:cNvPr>
          <p:cNvSpPr/>
          <p:nvPr/>
        </p:nvSpPr>
        <p:spPr>
          <a:xfrm>
            <a:off x="1943100" y="205740"/>
            <a:ext cx="6979920" cy="449580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lt1">
                  <a:alpha val="80000"/>
                </a:schemeClr>
              </a:solidFill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451D00D-CF7E-4C28-B626-DC2BB524097B}"/>
              </a:ext>
            </a:extLst>
          </p:cNvPr>
          <p:cNvSpPr/>
          <p:nvPr/>
        </p:nvSpPr>
        <p:spPr>
          <a:xfrm>
            <a:off x="1943100" y="723902"/>
            <a:ext cx="6979920" cy="3480435"/>
          </a:xfrm>
          <a:prstGeom prst="roundRect">
            <a:avLst>
              <a:gd name="adj" fmla="val 5515"/>
            </a:avLst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lt1">
                  <a:alpha val="80000"/>
                </a:schemeClr>
              </a:solidFill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C136CF9-58B8-8EAB-67B7-C770BAD8CB49}"/>
              </a:ext>
            </a:extLst>
          </p:cNvPr>
          <p:cNvSpPr/>
          <p:nvPr/>
        </p:nvSpPr>
        <p:spPr>
          <a:xfrm>
            <a:off x="2016368" y="4272916"/>
            <a:ext cx="6868551" cy="664845"/>
          </a:xfrm>
          <a:prstGeom prst="round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lt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8795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715</TotalTime>
  <Words>0</Words>
  <Application>Microsoft Office PowerPoint</Application>
  <PresentationFormat>Apresentação na tela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a39978</dc:creator>
  <cp:lastModifiedBy>a39978</cp:lastModifiedBy>
  <cp:revision>3</cp:revision>
  <dcterms:created xsi:type="dcterms:W3CDTF">2026-02-06T21:53:24Z</dcterms:created>
  <dcterms:modified xsi:type="dcterms:W3CDTF">2026-02-09T23:04:00Z</dcterms:modified>
</cp:coreProperties>
</file>